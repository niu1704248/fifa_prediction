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12/8/2025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D078AB-473D-9B02-DF90-B27DA6E7A1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a-ES" dirty="0" err="1"/>
              <a:t>Price</a:t>
            </a:r>
            <a:r>
              <a:rPr lang="ca-ES" dirty="0"/>
              <a:t> </a:t>
            </a:r>
            <a:r>
              <a:rPr lang="ca-ES" dirty="0" err="1"/>
              <a:t>prediction</a:t>
            </a:r>
            <a:r>
              <a:rPr lang="ca-ES" dirty="0"/>
              <a:t> FIFA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3BC7AD-1845-A3C2-584D-8DC9AC8567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a-ES" dirty="0"/>
              <a:t>Roger Garcia 1706880</a:t>
            </a:r>
          </a:p>
          <a:p>
            <a:r>
              <a:rPr lang="ca-ES" dirty="0"/>
              <a:t>Héctor Sánchez 1704248</a:t>
            </a:r>
          </a:p>
        </p:txBody>
      </p:sp>
    </p:spTree>
    <p:extLst>
      <p:ext uri="{BB962C8B-B14F-4D97-AF65-F5344CB8AC3E}">
        <p14:creationId xmlns:p14="http://schemas.microsoft.com/office/powerpoint/2010/main" val="3207473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76A5F8-F855-90F7-77DD-648F89B57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Càrrega i Neteja de dades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15F74F-C7D4-42B6-F5E9-E4E7703AC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8476" y="2076348"/>
            <a:ext cx="3133184" cy="58970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ca-ES" dirty="0"/>
              <a:t>Anàlisi i neteja de valors nuls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B2CB4E6-3EAA-27EB-AAE8-6BAEE81E2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05" y="2808657"/>
            <a:ext cx="5055526" cy="26764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7E76ACE-D9DB-508E-FD41-258A107C3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831" y="2808657"/>
            <a:ext cx="5636278" cy="243314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1C4AD11-2343-3C45-8E8D-532B03BA7486}"/>
              </a:ext>
            </a:extLst>
          </p:cNvPr>
          <p:cNvSpPr txBox="1"/>
          <p:nvPr/>
        </p:nvSpPr>
        <p:spPr>
          <a:xfrm>
            <a:off x="5760747" y="2093976"/>
            <a:ext cx="54283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a-ES" dirty="0"/>
              <a:t>Explorem </a:t>
            </a:r>
            <a:r>
              <a:rPr lang="ca-ES" sz="2000" dirty="0"/>
              <a:t>el</a:t>
            </a:r>
            <a:r>
              <a:rPr lang="ca-ES" dirty="0"/>
              <a:t> </a:t>
            </a:r>
            <a:r>
              <a:rPr lang="ca-ES" dirty="0" err="1"/>
              <a:t>Dataset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954019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5131E-4D56-EB9C-72A0-2B0C6929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Anàlisi</a:t>
            </a:r>
            <a:r>
              <a:rPr lang="pt-BR" b="1" dirty="0"/>
              <a:t> </a:t>
            </a:r>
            <a:r>
              <a:rPr lang="pt-BR" b="1" dirty="0" err="1"/>
              <a:t>Exploratòria</a:t>
            </a:r>
            <a:r>
              <a:rPr lang="pt-BR" b="1" dirty="0"/>
              <a:t> de </a:t>
            </a:r>
            <a:r>
              <a:rPr lang="pt-BR" b="1" dirty="0" err="1"/>
              <a:t>Dades</a:t>
            </a:r>
            <a:r>
              <a:rPr lang="pt-BR" b="1" dirty="0"/>
              <a:t>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5F1E5D4-889E-6D0C-F0DE-29C063523C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3933" y="2222231"/>
            <a:ext cx="7230484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BCD6E-5127-49FB-60DA-5DCB6CF4F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00" y="2401976"/>
            <a:ext cx="5866437" cy="1609344"/>
          </a:xfrm>
        </p:spPr>
        <p:txBody>
          <a:bodyPr/>
          <a:lstStyle/>
          <a:p>
            <a:pPr algn="ctr"/>
            <a:r>
              <a:rPr lang="ca-ES" dirty="0"/>
              <a:t>Matriu correlació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E04A91B-AB78-8955-FECD-FEB720CF08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003" y="709194"/>
            <a:ext cx="5364902" cy="499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93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F340780-0214-D1BF-8C89-CA0DA7EE5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417" y="257321"/>
            <a:ext cx="5946339" cy="311402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51009C1-68FE-E505-40B6-AA8203D16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27158"/>
            <a:ext cx="5210596" cy="355878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4C0F63C-A919-C149-D963-94E4A70E14FC}"/>
              </a:ext>
            </a:extLst>
          </p:cNvPr>
          <p:cNvSpPr txBox="1"/>
          <p:nvPr/>
        </p:nvSpPr>
        <p:spPr>
          <a:xfrm>
            <a:off x="7145518" y="938242"/>
            <a:ext cx="467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Algunes de les relacions</a:t>
            </a:r>
          </a:p>
        </p:txBody>
      </p:sp>
    </p:spTree>
    <p:extLst>
      <p:ext uri="{BB962C8B-B14F-4D97-AF65-F5344CB8AC3E}">
        <p14:creationId xmlns:p14="http://schemas.microsoft.com/office/powerpoint/2010/main" val="260731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76C0C-F336-221D-948E-587EECEA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1"/>
            <a:ext cx="3415742" cy="5499073"/>
          </a:xfrm>
        </p:spPr>
        <p:txBody>
          <a:bodyPr/>
          <a:lstStyle/>
          <a:p>
            <a:pPr algn="ctr"/>
            <a:r>
              <a:rPr lang="ca-ES" dirty="0"/>
              <a:t>Radar </a:t>
            </a:r>
            <a:r>
              <a:rPr lang="ca-ES" dirty="0" err="1"/>
              <a:t>chart</a:t>
            </a:r>
            <a:endParaRPr lang="ca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9C9BDB8-B20A-1621-AFBA-26F1183C8A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5590" y="484632"/>
            <a:ext cx="6636562" cy="562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40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C2B79-4122-482E-D0DC-8053D9B05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a-ES" b="1" dirty="0"/>
              <a:t>Enginyeria de Característiques</a:t>
            </a:r>
            <a:br>
              <a:rPr lang="ca-ES" b="1" dirty="0"/>
            </a:br>
            <a:endParaRPr lang="ca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F7C78E-549B-4173-4B81-F13C0DE44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a-ES" dirty="0"/>
              <a:t> </a:t>
            </a:r>
            <a:r>
              <a:rPr lang="ca-ES" b="1" dirty="0"/>
              <a:t>Tractament de la Posició (</a:t>
            </a:r>
            <a:r>
              <a:rPr lang="ca-ES" b="1" dirty="0" err="1"/>
              <a:t>positions</a:t>
            </a:r>
            <a:r>
              <a:rPr lang="ca-ES" b="1" dirty="0"/>
              <a:t>)</a:t>
            </a:r>
          </a:p>
          <a:p>
            <a:r>
              <a:rPr lang="ca-ES" b="1" dirty="0"/>
              <a:t>Preparació del </a:t>
            </a:r>
            <a:r>
              <a:rPr lang="ca-ES" b="1" dirty="0" err="1"/>
              <a:t>Dataset</a:t>
            </a:r>
            <a:r>
              <a:rPr lang="ca-ES" b="1" dirty="0"/>
              <a:t> per al Modelatge</a:t>
            </a:r>
          </a:p>
          <a:p>
            <a:r>
              <a:rPr lang="ca-ES" b="1" dirty="0" err="1"/>
              <a:t>Pipeline</a:t>
            </a:r>
            <a:r>
              <a:rPr lang="ca-ES" b="1" dirty="0"/>
              <a:t> de </a:t>
            </a:r>
            <a:r>
              <a:rPr lang="ca-ES" b="1" dirty="0" err="1"/>
              <a:t>Preprocessament</a:t>
            </a:r>
            <a:endParaRPr lang="ca-ES" b="1" dirty="0"/>
          </a:p>
          <a:p>
            <a:endParaRPr lang="ca-ES" b="1" dirty="0"/>
          </a:p>
          <a:p>
            <a:endParaRPr lang="ca-ES" b="1" dirty="0"/>
          </a:p>
          <a:p>
            <a:endParaRPr lang="ca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4C19B12-A0F1-DA93-8EB1-252D8C7B2EA9}"/>
              </a:ext>
            </a:extLst>
          </p:cNvPr>
          <p:cNvSpPr txBox="1"/>
          <p:nvPr/>
        </p:nvSpPr>
        <p:spPr>
          <a:xfrm>
            <a:off x="954417" y="1390671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Per millorar el rendiment del model, crearem noves variables derivades de les existents i transformarem les categòriques.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CC264D4-879C-34C1-3E74-4A3AF83F2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416" y="3429000"/>
            <a:ext cx="10431343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890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22E79-9330-A2F9-E26B-987E47BDA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b="1" dirty="0" err="1"/>
              <a:t>Selecció</a:t>
            </a:r>
            <a:r>
              <a:rPr lang="es-ES" b="1" dirty="0"/>
              <a:t> de </a:t>
            </a:r>
            <a:r>
              <a:rPr lang="es-ES" b="1" dirty="0" err="1"/>
              <a:t>Models</a:t>
            </a:r>
            <a:r>
              <a:rPr lang="es-ES" b="1" dirty="0"/>
              <a:t> i </a:t>
            </a:r>
            <a:r>
              <a:rPr lang="es-ES" b="1" dirty="0" err="1"/>
              <a:t>Entrenament</a:t>
            </a:r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36DBB0-CF86-E4A7-43CF-BE73DE0A9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" y="2093976"/>
            <a:ext cx="6577695" cy="16128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E249623-0FFB-E87F-D2C8-EC776E3ED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844" y="3703320"/>
            <a:ext cx="8538641" cy="2439611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C27832A-CEFB-3FA0-9BE6-128FE1213278}"/>
              </a:ext>
            </a:extLst>
          </p:cNvPr>
          <p:cNvCxnSpPr/>
          <p:nvPr/>
        </p:nvCxnSpPr>
        <p:spPr>
          <a:xfrm flipH="1">
            <a:off x="7641446" y="3192379"/>
            <a:ext cx="237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DD5230F4-A9A1-2FA0-9D18-2B1E270568D6}"/>
              </a:ext>
            </a:extLst>
          </p:cNvPr>
          <p:cNvSpPr/>
          <p:nvPr/>
        </p:nvSpPr>
        <p:spPr>
          <a:xfrm rot="10800000">
            <a:off x="7545941" y="3042728"/>
            <a:ext cx="2662050" cy="2993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801847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62E2B5-3266-B7EC-9F5D-2863A143B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5436331" cy="1609344"/>
          </a:xfrm>
        </p:spPr>
        <p:txBody>
          <a:bodyPr/>
          <a:lstStyle/>
          <a:p>
            <a:pPr algn="ctr"/>
            <a:r>
              <a:rPr lang="ca-ES" b="1" dirty="0"/>
              <a:t>Avaluació i Interpretació</a:t>
            </a:r>
            <a:endParaRPr lang="ca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A4CDF75-7C38-23EE-E5D8-D1529ACA4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854" y="2262089"/>
            <a:ext cx="6268325" cy="38010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C4BF55D-9E68-5C07-0649-3282FE983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179" y="445810"/>
            <a:ext cx="5081863" cy="592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8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DD926-D5CE-1269-F4A8-A6155BE18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39" y="2271401"/>
            <a:ext cx="11186321" cy="3038535"/>
          </a:xfrm>
        </p:spPr>
        <p:txBody>
          <a:bodyPr/>
          <a:lstStyle/>
          <a:p>
            <a:pPr algn="ctr"/>
            <a:r>
              <a:rPr lang="ca-ES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0574906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etras en madera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{900E7011-E478-4FE0-BF4E-26A3596E51A2}TF2ec419c9-97c3-4958-b02a-0886397d33af4e51e060-5f6413376b42</Template>
  <TotalTime>43</TotalTime>
  <Words>84</Words>
  <Application>Microsoft Office PowerPoint</Application>
  <PresentationFormat>Panorámica</PresentationFormat>
  <Paragraphs>19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Rockwell</vt:lpstr>
      <vt:lpstr>Rockwell Condensed</vt:lpstr>
      <vt:lpstr>Wingdings</vt:lpstr>
      <vt:lpstr>Letras en madera</vt:lpstr>
      <vt:lpstr>Price prediction FIFA</vt:lpstr>
      <vt:lpstr>Càrrega i Neteja de dades</vt:lpstr>
      <vt:lpstr>Anàlisi Exploratòria de Dades </vt:lpstr>
      <vt:lpstr>Matriu correlació</vt:lpstr>
      <vt:lpstr>Presentación de PowerPoint</vt:lpstr>
      <vt:lpstr>Radar chart</vt:lpstr>
      <vt:lpstr>Enginyeria de Característiques </vt:lpstr>
      <vt:lpstr>Selecció de Models i Entrenament</vt:lpstr>
      <vt:lpstr>Avaluació i Interpretació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Roger</dc:creator>
  <cp:lastModifiedBy>Roger</cp:lastModifiedBy>
  <cp:revision>1</cp:revision>
  <dcterms:created xsi:type="dcterms:W3CDTF">2025-12-08T22:15:42Z</dcterms:created>
  <dcterms:modified xsi:type="dcterms:W3CDTF">2025-12-08T22:59:19Z</dcterms:modified>
</cp:coreProperties>
</file>